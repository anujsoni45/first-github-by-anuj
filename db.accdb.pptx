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D4104-4FF4-4F35-A6E9-0576A203F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F3FB4-091D-4B5B-AE90-9B7FE6BB9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6F349-AF7F-45ED-90D9-70852566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F6028-2F42-4B7F-A1D3-E46452D6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F7084-C1A7-4A08-8F5F-AF488CA7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57520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75D4-EBE0-49A8-BF13-4E9A5DA1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445B6-A0C5-4FE8-B828-3FC5B78E7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4B896-8D41-4F6C-A595-C0CEC8CF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1B628-2347-4D41-A91F-69E7AD5E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B5353-4BED-4FC0-A145-F619E645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417989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D86F-A94D-4318-9D4D-9F3F5046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C172A-CE46-46A3-8E3E-2505EF152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DF917-6433-4A20-8696-6A85D1E8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0F2E7-64B4-4682-A7F8-5B6E718B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F1464-18BC-4551-95D4-76A22E9EF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93333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7DD4-6461-4B99-A049-970C6C83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36F14-E6F9-4DC8-97FF-36751A5D8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3D7BD-3233-4780-B118-FE2EABB75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2B8A7-B272-4ED4-8ED9-4AF18E39D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0505D-8B27-4710-8B67-F7F44D4D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A41C8-0E98-4A8D-A0D1-E8EAAF66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52929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850A0-409C-40D9-935D-DD6D6F58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832BA-A48E-4243-A72E-0FDE56DE4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F94B9-0978-435B-94E3-A5AC2534A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7A3163-CEF0-4890-9F10-C5DB82673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7AE4E-985E-44BB-B13E-C896AB4DE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C628C-60A4-4A22-B3E6-7E09701D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B8D8C-4053-4F76-992B-6C50A914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243E2-78E4-44FD-86AF-7F2A031DE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69660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69A2-1455-4066-BFCF-5AF67712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7A3164-6A5F-4322-AE6C-D8827107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5B49E-ABB1-4D68-A641-B87D8782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107C7-83E7-46BD-B195-999EAC3C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71829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B3B2E-20F8-4BE2-97B5-CA406360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E0A37-ACE3-4B96-AC86-2E65CEC6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20539-B614-4EE1-B637-9576E419C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81921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89FA-CC2F-432A-9E66-33EAED74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7169B-47FB-4DF6-9CE5-E59EDB3B5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EAB73-321A-4E16-A2FF-808F23C1B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2D3F4-4519-4D7B-99AC-72381136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5A884-CA04-4216-AD3D-196DA673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2E462-5907-45AB-8EEF-A604CC980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36656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8C36-78E0-4560-8392-0790638E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D934A-D19D-4608-97A5-285D219A5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FF3FB-E3E3-4FC1-B95E-8736185E4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B0625-10D4-4600-93BA-E59CE30E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4372D-7152-4BD3-A6D1-883D7F9F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8DFDD-B1B6-4DC5-9DDB-C66F8A83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66260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CFA4-0360-421C-B8F1-3FCC7214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99260-1C12-41A6-B52A-05F20C47E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58719-C6B7-4C8B-8900-0DC3304C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E1904-F376-4F31-A8BD-B0D15143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9F8A4-F14D-48CF-9676-1A9C142C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58519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A1A8F-5D2C-4AAF-B142-D51EB0A5B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78859-4A39-40BD-8ED7-EE5B2B1A2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88277-BFA5-4BF9-B19C-4A0943A1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90EA3-77E6-4C29-9BEA-0ADF5C3F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9B31-2932-49F3-905F-2F0939DD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10038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13BD04-F08D-4446-8A02-4A905520A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9EFF-A193-4276-A02B-F550841C3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5383-3D68-4474-A80E-F3B1A7C13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B0836-7AB9-44DD-8C15-12F55732D75B}" type="datetimeFigureOut">
              <a:rPr lang="hi-IN" smtClean="0"/>
              <a:t>गुरुवार, 23 पौसा 1943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014CB-F8DD-4474-AC43-B06D5FBDF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3A51F-CE70-45EA-9D3C-B740B96CF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1D5E7-E640-4EE2-AF7E-6459A58F9F2E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4834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i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2DB82-5B7C-40CF-86E0-990E223EBA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adsfsdf</a:t>
            </a:r>
            <a:endParaRPr lang="hi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AFBE8-CCD1-49D9-8CA1-964624E3E0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625485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adsfsdf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adsfsdf</dc:title>
  <dc:creator>Anuj</dc:creator>
  <cp:lastModifiedBy>Anuj</cp:lastModifiedBy>
  <cp:revision>1</cp:revision>
  <dcterms:created xsi:type="dcterms:W3CDTF">2022-01-13T10:04:17Z</dcterms:created>
  <dcterms:modified xsi:type="dcterms:W3CDTF">2022-01-13T10:04:31Z</dcterms:modified>
</cp:coreProperties>
</file>